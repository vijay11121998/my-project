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person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176" y="1689057"/>
            <a:ext cx="6718132" cy="40638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de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176" y="1689057"/>
            <a:ext cx="6718132" cy="40638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