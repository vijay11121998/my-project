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bj-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045" y="419089"/>
            <a:ext cx="1245263" cy="266693"/>
          </a:xfrm>
          <a:prstGeom prst="rect">
            <a:avLst/>
          </a:prstGeom>
        </p:spPr>
      </p:pic>
      <p:pic>
        <p:nvPicPr>
          <p:cNvPr id="4" name="Picture 3" descr="obj-eyeb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1156" y="1463043"/>
            <a:ext cx="1369382" cy="101597"/>
          </a:xfrm>
          <a:prstGeom prst="rect">
            <a:avLst/>
          </a:prstGeom>
        </p:spPr>
      </p:pic>
      <p:pic>
        <p:nvPicPr>
          <p:cNvPr id="5" name="Picture 4" descr="obj-tit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3901" y="1678937"/>
            <a:ext cx="7963792" cy="558786"/>
          </a:xfrm>
          <a:prstGeom prst="rect">
            <a:avLst/>
          </a:prstGeom>
        </p:spPr>
      </p:pic>
      <p:pic>
        <p:nvPicPr>
          <p:cNvPr id="6" name="Picture 5" descr="obj-su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8966" y="2390119"/>
            <a:ext cx="5473761" cy="368290"/>
          </a:xfrm>
          <a:prstGeom prst="rect">
            <a:avLst/>
          </a:prstGeom>
        </p:spPr>
      </p:pic>
      <p:pic>
        <p:nvPicPr>
          <p:cNvPr id="7" name="Picture 6" descr="obj-spl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1093" y="3063203"/>
            <a:ext cx="1429508" cy="95247"/>
          </a:xfrm>
          <a:prstGeom prst="rect">
            <a:avLst/>
          </a:prstGeom>
        </p:spPr>
      </p:pic>
      <p:pic>
        <p:nvPicPr>
          <p:cNvPr id="8" name="Picture 7" descr="obj-card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5679" y="3285447"/>
            <a:ext cx="3174920" cy="1702948"/>
          </a:xfrm>
          <a:prstGeom prst="rect">
            <a:avLst/>
          </a:prstGeom>
        </p:spPr>
      </p:pic>
      <p:pic>
        <p:nvPicPr>
          <p:cNvPr id="9" name="Picture 8" descr="obj-card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095" y="3285447"/>
            <a:ext cx="3174920" cy="1702948"/>
          </a:xfrm>
          <a:prstGeom prst="rect">
            <a:avLst/>
          </a:prstGeom>
        </p:spPr>
      </p:pic>
      <p:pic>
        <p:nvPicPr>
          <p:cNvPr id="10" name="Picture 9" descr="obj-foo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17515" y="5242389"/>
            <a:ext cx="3156664" cy="1523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2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claude-personal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940176" y="1778000"/>
            <a:ext cx="6718132" cy="40638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2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claude-deal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940176" y="1778000"/>
            <a:ext cx="6718132" cy="40638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