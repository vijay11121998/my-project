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microsoft.com/office/2007/relationships/media" Target="../media/media1.mp4"/><Relationship Id="rId4" Type="http://schemas.openxmlformats.org/officeDocument/2006/relationships/video" Target="../media/media1.mp4"/><Relationship Id="rId5" Type="http://schemas.openxmlformats.org/officeDocument/2006/relationships/image" Target="../media/image1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microsoft.com/office/2007/relationships/media" Target="../media/media2.mp4"/><Relationship Id="rId4" Type="http://schemas.openxmlformats.org/officeDocument/2006/relationships/video" Target="../media/media2.mp4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1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obj-bra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3045" y="419089"/>
            <a:ext cx="1245263" cy="266693"/>
          </a:xfrm>
          <a:prstGeom prst="rect">
            <a:avLst/>
          </a:prstGeom>
        </p:spPr>
      </p:pic>
      <p:pic>
        <p:nvPicPr>
          <p:cNvPr id="4" name="Picture 3" descr="obj-eyebr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1156" y="1463043"/>
            <a:ext cx="1369382" cy="101597"/>
          </a:xfrm>
          <a:prstGeom prst="rect">
            <a:avLst/>
          </a:prstGeom>
        </p:spPr>
      </p:pic>
      <p:pic>
        <p:nvPicPr>
          <p:cNvPr id="5" name="Picture 4" descr="obj-tit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113901" y="1678937"/>
            <a:ext cx="7963792" cy="558786"/>
          </a:xfrm>
          <a:prstGeom prst="rect">
            <a:avLst/>
          </a:prstGeom>
        </p:spPr>
      </p:pic>
      <p:pic>
        <p:nvPicPr>
          <p:cNvPr id="6" name="Picture 5" descr="obj-su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58966" y="2390119"/>
            <a:ext cx="5473761" cy="368290"/>
          </a:xfrm>
          <a:prstGeom prst="rect">
            <a:avLst/>
          </a:prstGeom>
        </p:spPr>
      </p:pic>
      <p:pic>
        <p:nvPicPr>
          <p:cNvPr id="7" name="Picture 6" descr="obj-spli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81093" y="3063203"/>
            <a:ext cx="1429508" cy="95247"/>
          </a:xfrm>
          <a:prstGeom prst="rect">
            <a:avLst/>
          </a:prstGeom>
        </p:spPr>
      </p:pic>
      <p:pic>
        <p:nvPicPr>
          <p:cNvPr id="8" name="Picture 7" descr="obj-cardA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25679" y="3285447"/>
            <a:ext cx="3174920" cy="1702948"/>
          </a:xfrm>
          <a:prstGeom prst="rect">
            <a:avLst/>
          </a:prstGeom>
        </p:spPr>
      </p:pic>
      <p:pic>
        <p:nvPicPr>
          <p:cNvPr id="9" name="Picture 8" descr="obj-cardB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3285447"/>
            <a:ext cx="3174920" cy="1702948"/>
          </a:xfrm>
          <a:prstGeom prst="rect">
            <a:avLst/>
          </a:prstGeom>
        </p:spPr>
      </p:pic>
      <p:pic>
        <p:nvPicPr>
          <p:cNvPr id="10" name="Picture 9" descr="obj-foot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7515" y="5242389"/>
            <a:ext cx="3156664" cy="152396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withEffect">
                      <p:stCondLst>
                        <p:cond delay="0"/>
                      </p:stCondLst>
                      <p:childTnLst>
                        <p:par>
                          <p:cTn id="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3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6" dur="450"/>
                                  <p:tgtEl>
                                    <p:spTgt spid="3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afterEffect">
                      <p:stCondLst>
                        <p:cond delay="0"/>
                      </p:stCondLst>
                      <p:childTnLst>
                        <p:par>
                          <p:cTn id="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4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0" dur="450"/>
                                  <p:tgtEl>
                                    <p:spTgt spid="4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afterEffect">
                      <p:stCondLst>
                        <p:cond delay="0"/>
                      </p:stCondLst>
                      <p:childTnLst>
                        <p:par>
                          <p:cTn id="1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5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4" dur="450"/>
                                  <p:tgtEl>
                                    <p:spTgt spid="5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afterEffect">
                      <p:stCondLst>
                        <p:cond delay="0"/>
                      </p:stCondLst>
                      <p:childTnLst>
                        <p:par>
                          <p:cTn id="16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17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6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18" dur="450"/>
                                  <p:tgtEl>
                                    <p:spTgt spid="6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afterEffect">
                      <p:stCondLst>
                        <p:cond delay="0"/>
                      </p:stCondLst>
                      <p:childTnLst>
                        <p:par>
                          <p:cTn id="20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1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7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2" dur="450"/>
                                  <p:tgtEl>
                                    <p:spTgt spid="7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afterEffect">
                      <p:stCondLst>
                        <p:cond delay="0"/>
                      </p:stCondLst>
                      <p:childTnLst>
                        <p:par>
                          <p:cTn id="24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5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8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26" dur="450"/>
                                  <p:tgtEl>
                                    <p:spTgt spid="8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afterEffect">
                      <p:stCondLst>
                        <p:cond delay="0"/>
                      </p:stCondLst>
                      <p:childTnLst>
                        <p:par>
                          <p:cTn id="28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29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9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0" dur="450"/>
                                  <p:tgtEl>
                                    <p:spTgt spid="9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 nodeType="afterEffect">
                      <p:stCondLst>
                        <p:cond delay="0"/>
                      </p:stCondLst>
                      <p:childTnLst>
                        <p:par>
                          <p:cTn id="32" presetID="10" presetClass="entr" presetSubtype="0" fill="hold" grpId="0" nodeType="withEffect">
                            <p:stCondLst>
                              <p:cond delay="0"/>
                            </p:stCondLst>
                            <p:childTnLst>
                              <p:set>
                                <p:cBhvr>
                                  <p:cTn id="33" dur="1" fill="hold">
                                    <p:stCondLst>
                                      <p:cond delay="0"/>
                                    </p:stCondLst>
                                  </p:cTn>
                                  <p:tgtEl>
                                    <p:spTgt spid="10"/>
                                  </p:tgtEl>
                                  <p:attrNameLst>
                                    <p:attrName>style.visibility</p:attrName>
                                  </p:attrNameLst>
                                </p:cBhvr>
                                <p:to>
                                  <p:strVal val="visible"/>
                                </p:to>
                              </p:set>
                              <p:animEffect transition="in" filter="fade">
                                <p:cBhvr>
                                  <p:cTn id="34" dur="450"/>
                                  <p:tgtEl>
                                    <p:spTgt spid="10"/>
                                  </p:tgtEl>
                                </p:cBhvr>
                              </p:animEffect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person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6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w2-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claude-deal.mp4">
            <a:hlinkClick r:id="" action="ppaction://media"/>
          </p:cNvPr>
          <p:cNvPicPr>
            <a:picLocks noChangeAspect="1"/>
          </p:cNvPicPr>
          <p:nvPr>
            <a:videoFile r:link="rId4"/>
            <p:extLst>
              <p:ext uri="{DAA4B4D4-6D71-4841-9C94-3DE7FCFB9230}">
                <p14:media xmlns:p14="http://schemas.microsoft.com/office/powerpoint/2010/main" r:embed="rId3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4940176" y="1689057"/>
            <a:ext cx="6718132" cy="4063898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0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4120" fill="hold"/>
                                        <p:tgtEl>
                                          <p:spTgt spid="3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3"/>
                </p:tgtEl>
              </p:cMediaNode>
            </p:video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